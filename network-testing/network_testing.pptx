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talk: "is the network the problem?" answered at fleet scale over plain ssh. The three tools measure different layers of the same fabric; reachable is the hygiene step that makes any of them reliable on a real, decaying host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alternative is a week of hand-run iperf, ad-hoc pssh loops, and numbers nobody trusts. The design rules (droppable onto any prod host, honest accounting, composability) run through all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Different layers fail independently: a fabric can carry 100 Gbit of bulk TCP and still collapse at 2 Mpps of answered packets. A 9.4 Gbit/s result at 300 µs idle RTT and one at 42 ms are *different results* — you need more than one of these numbers to know which you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tool's output tells you whether the next one's numbers make sense.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resilience story: prune first, and the tools tolerate whatever died since. reachable prod.txt -i before every big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command in (iperf-orchestrator --servers servers.txt all), four artifacts out; the heatmap is the one you open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grounding for anyone who hasn't used it. Set up the iperf2-vs-iperf3 story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of these was a real problem hit and fixed; the tool is the accumulated answers. Mention check-iperf catches distros where iperf is secretly a symlink to iperf3 (WRONG_VERSION).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 by question: stress = parallel, capability = sequential-host, forensic = sequential-pair, huge fleet = rolling.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Network Testing at Fleet Scale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iperf_orchestrator · matrix_orchestrator (mx) · netmesh — with binnacle's reachable keeping the list honest</a:t>
            </a:r>
          </a:p>
          <a:p>
            <a:r>
              <a:t>Martin Gallagher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0 —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Network testing with these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Three questions about a fleet's network, three tools:</a:t>
            </a:r>
          </a:p>
          <a:p>
            <a:pPr lvl="1">
              <a:defRPr sz="1400"/>
            </a:pPr>
            <a:r>
              <a:t>netmesh (binnacle) — *what does the network do when idle?* RTT, jitter, loss, path MTU.</a:t>
            </a:r>
          </a:p>
          <a:p>
            <a:pPr lvl="1">
              <a:defRPr sz="1400"/>
            </a:pPr>
            <a:r>
              <a:t>iperf_orchestrator — *how much TCP bandwidth under load?* Full-mesh iperf2 throughput sweep.</a:t>
            </a:r>
          </a:p>
          <a:p>
            <a:pPr lvl="1">
              <a:defRPr sz="1400"/>
            </a:pPr>
            <a:r>
              <a:t>matrix_orchestrator (mx) — *how many packets per second, when every packet must be answered?* Request/response UDP matrix.</a:t>
            </a:r>
          </a:p>
          <a:p>
            <a:pPr>
              <a:defRPr sz="1600"/>
            </a:pPr>
            <a:r>
              <a:t>One family: same servers.txt grammar, same ssh-only model, N×N grid outputs that read the same way.</a:t>
            </a:r>
          </a:p>
          <a:p>
            <a:pPr>
              <a:defRPr sz="1600"/>
            </a:pPr>
            <a:r>
              <a:t>Plus reachable (binnacle): prunes dead entries from the server list so the run survives the servers that are down.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Why these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No agents, no daemons, no root — plain Python/bash + ssh; nothing installed on servers.</a:t>
            </a:r>
          </a:p>
          <a:p>
            <a:pPr>
              <a:defRPr sz="1600"/>
            </a:pPr>
            <a:r>
              <a:t>Leave no trace — one remote directory; clean verifies it's actually gone before claiming success.</a:t>
            </a:r>
          </a:p>
          <a:p>
            <a:pPr>
              <a:defRPr sz="1600"/>
            </a:pPr>
            <a:r>
              <a:t>Honest numbers — blank means "not measured", never zero; DELIVERED (receiver-counted) outranks what was sent; causes outrank symptoms.</a:t>
            </a:r>
          </a:p>
          <a:p>
            <a:pPr>
              <a:defRPr sz="1600"/>
            </a:pPr>
            <a:r>
              <a:t>One self-contained file each — scp-able, stdlib-only; run from a checkout or pip install.</a:t>
            </a:r>
          </a:p>
          <a:p>
            <a:pPr>
              <a:defRPr sz="1600"/>
            </a:pPr>
            <a:r>
              <a:t>Built for fleets — capped parallel ssh fan-out, balanced load assignment, batched collection; patterns proven at N=100+.</a:t>
            </a:r>
          </a:p>
          <a:p>
            <a:pPr>
              <a:defRPr sz="1600"/>
            </a:pPr>
            <a:r>
              <a:t>They compose — shared list grammar; prune with reachable, baseline with netmesh, then load.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The differences — what each is measuring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365760">
                <a:tc>
                  <a:txBody>
                    <a:bodyPr/>
                    <a:lstStyle/>
                    <a:p>
                      <a:pPr>
                        <a:defRPr sz="1250" b="1"/>
                      </a:pPr>
                      <a: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 b="1"/>
                      </a:pPr>
                      <a:r>
                        <a:t>Traffic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 b="1"/>
                      </a:pPr>
                      <a:r>
                        <a:t>Headline 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 b="1"/>
                      </a:pPr>
                      <a:r>
                        <a:t>Network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 b="1"/>
                      </a:pPr>
                      <a:r>
                        <a:t>Footprint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netmesh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UDP echo probes (agents both ends)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RTT p50/p99, jitter, loss split by leg, path MTU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Idle — the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~10 pkts/s/pair; safe during incidents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iperf_orchestrator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TCP full-duplex (iperf2)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Mbps per direction per pair, + peak 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Saturated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Line-rate flood; schedule a window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matrix_orchestrator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UDP request/response, paced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pps + Gbps wire, loss split, true RTT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Loaded at the rate you choose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Tunable, gentle → torture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When to use which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reachable — before *any* fan-out, every time: prune the list so the run measures the fleet, not the list.</a:t>
            </a:r>
          </a:p>
          <a:p>
            <a:pPr>
              <a:defRPr sz="1600"/>
            </a:pPr>
            <a:r>
              <a:t>netmesh — "is it the network at all, and which link?" Incidents, new fabrics, before blaming anything. Prod-safe.</a:t>
            </a:r>
          </a:p>
          <a:p>
            <a:pPr>
              <a:defRPr sz="1600"/>
            </a:pPr>
            <a:r>
              <a:t>iperf_orchestrator — fabric acceptance &amp; stress: "will it carry line rate? what breaks under full load?"</a:t>
            </a:r>
          </a:p>
          <a:p>
            <a:pPr>
              <a:defRPr sz="1600"/>
            </a:pPr>
            <a:r>
              <a:t>mx — RPC-shaped capacity: "how many answered packets/sec?" Small packets at rate is where fabrics and NICs actually fall over.</a:t>
            </a:r>
          </a:p>
          <a:p>
            <a:pPr>
              <a:defRPr sz="1600"/>
            </a:pPr>
            <a:r>
              <a:t>Commissioning a new fabric, run them in order: reachable → netmesh → iperf_orchestrator → mx → netmesh under load.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reachable — the run that survives dead servers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Server lists rot: decommissioned, renamed, rebuilt without your key. A fan-out that silently skips 11 of 200 hosts looks identical to one that had nothing to say about them.</a:t>
            </a:r>
          </a:p>
          <a:p>
            <a:pPr>
              <a:defRPr sz="1600"/>
            </a:pPr>
            <a:r>
              <a:t>reachable prod.txt -i pings + ssh's every entry and comments out failures with the reason and date; every other tool still reads the file.</a:t>
            </a:r>
          </a:p>
          <a:p>
            <a:pPr>
              <a:defRPr sz="1600"/>
            </a:pPr>
            <a:r>
              <a:t>ssh is the gate, ping is the explanation — a host answering ssh is kept even with ICMP blocked. Outcomes distinguished: auth / refused / dns / no-route / timeout / down.</a:t>
            </a:r>
          </a:p>
          <a:p>
            <a:pPr>
              <a:defRPr sz="1600"/>
            </a:pPr>
            <a:r>
              <a:t>Re-runs uncomment hosts that come back — the list converges instead of decaying; your own comments are never touched; safe on cron (exit 0/1/2).</a:t>
            </a:r>
          </a:p>
          <a:p>
            <a:pPr>
              <a:defRPr sz="1600"/>
            </a:pPr>
            <a:r>
              <a:t>Ranges (node[01-24]) expand; a mixed range is split so failures comment out individually.</a:t>
            </a:r>
          </a:p>
          <a:p>
            <a:pPr>
              <a:defRPr sz="1600"/>
            </a:pPr>
            <a:r>
              <a:t>Belt and braces: the orchestrators also fail open — per-host failures are tracked and reported, and iperf_orchestrator's --keep-going finishes the fleet past a bad host.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 — iperf_orchestrator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What it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A single self-contained bash script (with embedded Python) that runs a full-mesh iperf2 throughput test across a server list.</a:t>
            </a:r>
          </a:p>
          <a:p>
            <a:pPr>
              <a:defRPr sz="1600"/>
            </a:pPr>
            <a:r>
              <a:t>Samples per-host CPU during the run; parses everything into iperf_results.csv, cpu_summary.csv, iperf_pivot.txt, iperf_heatmap.png.</a:t>
            </a:r>
          </a:p>
          <a:p>
            <a:pPr>
              <a:defRPr sz="1600"/>
            </a:pPr>
            <a:r>
              <a:t>Built for fabric stress testing: load every link in both directions simultaneously, find what breaks or degrades. Also a one-off "is the network healthy" fleet survey.</a:t>
            </a:r>
          </a:p>
          <a:p>
            <a:pPr>
              <a:defRPr sz="1600"/>
            </a:pPr>
            <a:r>
              <a:t>Stateless: each run gets a timestamped results/&lt;run-id&gt;/; results/latest follows the newest.</a:t>
            </a:r>
          </a:p>
          <a:p>
            <a:pPr>
              <a:defRPr sz="1600"/>
            </a:pPr>
            <a:r>
              <a:t>pip install iperf-orchestrator (or run the script straight from a checkout).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What is iperf?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The standard throughput tool: a client opens a TCP connection to a server and pushes bytes as fast as it can for N seconds; the report is the achieved end-to-end bandwidth.</a:t>
            </a:r>
          </a:p>
          <a:p>
            <a:pPr>
              <a:defRPr sz="1600"/>
            </a:pPr>
            <a:r>
              <a:t>iperf2 and iperf3 are different codebases, not versions of each other.</a:t>
            </a:r>
          </a:p>
          <a:p>
            <a:pPr>
              <a:defRPr sz="1600"/>
            </a:pPr>
            <a:r>
              <a:t>The orchestrator uses iperf2's --full-duplex: both directions concurrently on a single TCP socket — one test per pair, and closer to what real traffic does to switch buffers.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Why iperf2, not iperf3 (and why the orchestrator was necessary)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iperf3's server is single-threaded, one client at a time — in a mesh, everyone else gets "server busy". Workaround at N=100: 100 daemons × 100 ports × 100× firewall holes per host. The first version used iperf3 and collapsed under its own workarounds.</a:t>
            </a:r>
          </a:p>
          <a:p>
            <a:pPr>
              <a:defRPr sz="1600"/>
            </a:pPr>
            <a:r>
              <a:t>iperf2's multi-threaded server takes concurrent clients on one port (5001) — one daemon per host, done.</a:t>
            </a:r>
          </a:p>
          <a:p>
            <a:pPr>
              <a:defRPr sz="1600"/>
            </a:pPr>
            <a:r>
              <a:t>Why an orchestrator at all — a mesh has quadratic moving parts:</a:t>
            </a:r>
          </a:p>
          <a:p>
            <a:pPr lvl="1">
              <a:defRPr sz="1400"/>
            </a:pPr>
            <a:r>
              <a:t>4,950 pairs at N=100 — nobody runs that by hand.</a:t>
            </a:r>
          </a:p>
          <a:p>
            <a:pPr lvl="1">
              <a:defRPr sz="1400"/>
            </a:pPr>
            <a:r>
              <a:t>Synchronized start: compute now + 30 s once, push the epoch, every host busy-waits and fires within a fraction of a second. No locks, no protocol — just a number.</a:t>
            </a:r>
          </a:p>
          <a:p>
            <a:pPr lvl="1">
              <a:defRPr sz="1400"/>
            </a:pPr>
            <a:r>
              <a:t>Balanced client assignment (parity rule): for pair {i, j}, client = smaller index if i+j even, larger if odd → every host runs 49–50 clients instead of 0–99. Both ends compute it independently.</a:t>
            </a:r>
          </a:p>
          <a:p>
            <a:pPr lvl="1">
              <a:defRPr sz="1400"/>
            </a:pPr>
            <a:r>
              <a:t>Tar-batched collection: one tar + scp + untar per host ≈ minutes, vs ~80 minutes of N² scp handshakes.</a:t>
            </a:r>
          </a:p>
          <a:p>
            <a:pPr lvl="1">
              <a:defRPr sz="1400"/>
            </a:pPr>
            <a:r>
              <a:t>CPU sampled on every host during the run — because a throughput number without CPU next to it gets misread.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Why run it — and what it does / doesn't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Why: acceptance-test a new fabric or change window (load everything, see what breaks); rank slow hosts/links; get a defensible baseline picture of the fleet.</a:t>
            </a:r>
          </a:p>
          <a:p>
            <a:pPr>
              <a:defRPr sz="1600"/>
            </a:pPr>
            <a:r>
              <a:t>Does: full-duplex TCP mesh; synchronized start; balanced pairs; per-host CPU (mpstat, /proc/stat fallback); parse → CSV/pivot/heatmap re-runnable per run-id; capped ssh fan-out (--jobs), optional --retries; fails open — one bad host doesn't abort a 100-host run.</a:t>
            </a:r>
          </a:p>
          <a:p>
            <a:pPr>
              <a:defRPr sz="1600"/>
            </a:pPr>
            <a:r>
              <a:t>Doesn't:</a:t>
            </a:r>
          </a:p>
          <a:p>
            <a:pPr lvl="1">
              <a:defRPr sz="1400"/>
            </a:pPr>
            <a:r>
              <a:t>No UDP, no latency, no packet rate — that's netmesh/mx territory.</a:t>
            </a:r>
          </a:p>
          <a:p>
            <a:pPr lvl="1">
              <a:defRPr sz="1400"/>
            </a:pPr>
            <a:r>
              <a:t>Doesn't install iperf2 or distribute ssh keys — doctor / check-iperf verify, you provision.</a:t>
            </a:r>
          </a:p>
          <a:p>
            <a:pPr lvl="1">
              <a:defRPr sz="1400"/>
            </a:pPr>
            <a:r>
              <a:t>No normalization for mixed NIC speeds (1G hosts look red next to 10G).</a:t>
            </a:r>
          </a:p>
          <a:p>
            <a:pPr lvl="1">
              <a:defRPr sz="1400"/>
            </a:pPr>
            <a:r>
              <a:t>Heatmap past ~60 hosts drops cell labels by design; read the CSV for exact values.</a:t>
            </a:r>
          </a:p>
          <a:p>
            <a:pPr lvl="1">
              <a:defRPr sz="1400"/>
            </a:pPr>
            <a:r>
              <a:t>sequential-pair at N=100 ≈ 14 hours — the cleanest mode is priced accordingly.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Setup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Orchestrator host: bash 4+, ssh/scp, tar/gzip, Python 3.6+ (numpy + matplotlib only for the heatmap step).</a:t>
            </a:r>
          </a:p>
          <a:p>
            <a:pPr>
              <a:defRPr sz="1600"/>
            </a:pPr>
            <a:r>
              <a:t>Every server: iperf2 (binary named iperf, 2.0.13+ for --full-duplex); sysstat's mpstat recommended; key-based ssh from the orchestrator (BatchMode — a password prompt is a failure, not a prompt).</a:t>
            </a:r>
          </a:p>
          <a:p>
            <a:pPr>
              <a:defRPr sz="1600"/>
            </a:pPr>
            <a:r>
              <a:t>Keys first: for h in $(grep -v '^#' servers.txt); do ssh-copy-id "$h"; done</a:t>
            </a:r>
          </a:p>
          <a:p>
            <a:pPr>
              <a:defRPr sz="1600"/>
            </a:pPr>
            <a:r>
              <a:t>Preflight: doctor (local deps + install hints), check-iperf (fleet), check-servers (what's already running).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Running, collecting, interpreting, cleaning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Pipeline: start-servers → run-tests → collect-results → parse-csv / parse-cpu / make-pivot / make-heatmap → stop-servers → cleanup --yes</a:t>
            </a:r>
          </a:p>
          <a:p>
            <a:pPr>
              <a:defRPr sz="1600"/>
            </a:pPr>
            <a:r>
              <a:t>all runs the whole thing; every stage is a standalone subcommand, safe to re-run (--run-id addresses old runs; results/latest symlink).</a:t>
            </a:r>
          </a:p>
          <a:p>
            <a:pPr>
              <a:defRPr sz="1600"/>
            </a:pPr>
            <a:r>
              <a:t>Interpreting: start with iperf_heatmap.png and results-summary (P50/P95/min/mean/max + 5 slowest pairs).</a:t>
            </a:r>
          </a:p>
          <a:p>
            <a:pPr lvl="1">
              <a:defRPr sz="1400"/>
            </a:pPr>
            <a:r>
              <a:t>Rows = sender, columns = receiver. All-red row → that host's outbound is sick; all-red column → sick inbound. Bar chart ranks hosts by mean outgoing Mbps, with peak CPU% on each bar.</a:t>
            </a:r>
          </a:p>
          <a:p>
            <a:pPr lvl="1">
              <a:defRPr sz="1400"/>
            </a:pPr>
            <a:r>
              <a:t>The classic misread: slow host + peak_total_pct ≈ 100% ⇒ you measured the CPU, not the fabric. Second classic: box-wide CPU 30% but softirq pinned at 100% on core 0 ⇒ RSS isn't spreading NIC IRQs — invisible without per-core data (mpstat -P ALL).</a:t>
            </a:r>
          </a:p>
          <a:p>
            <a:pPr>
              <a:defRPr sz="1600"/>
            </a:pPr>
            <a:r>
              <a:t>Cleanup: stop-servers kills daemons; cleanup --yes removes the remote dir — scoped to the run-id, so parallel runs on a shared FS never collide. Died halfway? all --resume; flaky host? all --keep-going.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Different ways to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One-liner: iperf-orchestrator --servers servers.txt all — everything else is refinement.</a:t>
            </a:r>
          </a:p>
          <a:p>
            <a:pPr>
              <a:defRPr sz="1600"/>
            </a:pPr>
            <a:r>
              <a:t>Every setting is both a flag and an env var (--duration 60 ≡ IPERF_DURATION=60); flags win.</a:t>
            </a:r>
          </a:p>
          <a:p>
            <a:pPr>
              <a:defRPr sz="1600"/>
            </a:pPr>
            <a:r>
              <a:t>Scale: --jobs 64 (ssh fan-out cap, setup/teardown only), --retries N (linear back-off), -P parallel streams, rolling's --total-time / --flows.</a:t>
            </a:r>
          </a:p>
          <a:p>
            <a:pPr>
              <a:defRPr sz="1600"/>
            </a:pPr>
            <a:r>
              <a:t>Trust: --dry-run prints every ssh/scp command; --verbose / --quiet; status probes hosts live.</a:t>
            </a:r>
          </a:p>
          <a:p>
            <a:pPr>
              <a:defRPr sz="1600"/>
            </a:pPr>
            <a:r>
              <a:t>Fit: --run-id for history; REMOTE_DIR safe on shared filesystems (files embed host + run-id); no hidden state anywhere.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Run modes — what they are, when to use them, why they exist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3444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250" b="1"/>
                      </a:pPr>
                      <a:r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 b="1"/>
                      </a:pPr>
                      <a:r>
                        <a:t>Concurrency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 b="1"/>
                      </a:pPr>
                      <a:r>
                        <a:t>Wall-clock @ N=100, 10 s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50" b="1"/>
                      </a:pPr>
                      <a:r>
                        <a:t>Use it when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parallel (default)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every host fires all clients after one synchronized 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~50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Stress: load the whole fabric at once, see what breaks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sequential-host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one host at a time runs all its clients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~17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Clean per-host numbers without inter-host interference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sequential-pair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exactly one connection on the wire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~14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Cleanest per-pair numbers — usually overkill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rolling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each host keeps testing its least-tested peer, ≤ --flows at once, for --total-time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bounded by --total-time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Very large N: per-host load constant regardless of fleet size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3246120"/>
            <a:ext cx="106070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Why modes exist: one knob — how much traffic shares the wire at once — trades realism vs isolation vs wall-clock. parallel answers "what breaks under load?"; sequential modes answer "what is each host/pair capable of?"; rolling exists because at huge N even the full-mesh schedule itself becomes the problem.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 — matrix_orchestrator (mx)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Purpose — beyond iperf_orchestrator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iperf_orchestrator gives each pair's max TCP bandwidth. Real traffic isn't bulk bytes — it's RPCs, storage reads, control planes: small requests, sized answers, measured in packets.</a:t>
            </a:r>
          </a:p>
          <a:p>
            <a:pPr>
              <a:defRPr sz="1600"/>
            </a:pPr>
            <a:r>
              <a:t>mx runs that shape: every host sends *x*-byte requests at a target rate to every peer; every request gets a *y*-byte reply. That's the whole model.</a:t>
            </a:r>
          </a:p>
          <a:p>
            <a:pPr>
              <a:defRPr sz="1600"/>
            </a:pPr>
            <a:r>
              <a:t>Headline: packets per second the fleet can exchange when every packet must be answered — where fabrics and NICs actually fall over.</a:t>
            </a:r>
          </a:p>
          <a:p>
            <a:pPr>
              <a:defRPr sz="1600"/>
            </a:pPr>
            <a:r>
              <a:t>RTT falls out free: the reply carries the request's timestamp back → true round trip, no clock sync.</a:t>
            </a:r>
          </a:p>
          <a:p>
            <a:pPr>
              <a:defRPr sz="1600"/>
            </a:pPr>
            <a:r>
              <a:t>Asymmetry by design: --tx-size 128 --rx-size 8192 = RPC — equal pps both ways, 64× the bandwidth on the reply path. That asymmetry usually breaks first; the report keeps directions separate.</a:t>
            </a:r>
          </a:p>
          <a:p>
            <a:pPr>
              <a:defRPr sz="1600"/>
            </a:pPr>
            <a:r>
              <a:t>Why UDP only: "every x-byte request gets a y-byte reply" is a statement about packets; TCP would coalesce and re-segment → the pps number would be fiction. TCP goodput → iperf_orchestrator.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What it does / doesn't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Does: paced request/response matrix (rates, sizes, port all in one editable CSV); payload *and* wire rate (+66 B framing/packet — what the NIC actually carries); loss split forward/return; DELIVERED as the honest headline; RTT avg/p50/p99/max per flow; per-host CPU incl. the agent's own share; grids; check/hints/doctor preflight; fd soft-limits raised automatically.</a:t>
            </a:r>
          </a:p>
          <a:p>
            <a:pPr>
              <a:defRPr sz="1600"/>
            </a:pPr>
            <a:r>
              <a:t>Doesn't / limits:</a:t>
            </a:r>
          </a:p>
          <a:p>
            <a:pPr lvl="1">
              <a:defRPr sz="1400"/>
            </a:pPr>
            <a:r>
              <a:t>No TCP; no one-way delay (needs clock sync it refuses to pretend it has).</a:t>
            </a:r>
          </a:p>
          <a:p>
            <a:pPr lvl="1">
              <a:defRPr sz="1400"/>
            </a:pPr>
            <a:r>
              <a:t>Not a kernel-bypass blaster: ~200k pps per worker (one core), 1–4 Mpps per typical host; beyond a few Mpps the kernel UDP path is the wall as much as Python — wider fleet or AF_XDP/DPDK.</a:t>
            </a:r>
          </a:p>
          <a:p>
            <a:pPr lvl="1">
              <a:defRPr sz="1400"/>
            </a:pPr>
            <a:r>
              <a:t>Payload 32–65507 bytes; key-based ssh assumed (mx doctor checks).</a:t>
            </a:r>
          </a:p>
          <a:p>
            <a:pPr lvl="1">
              <a:defRPr sz="1400"/>
            </a:pPr>
            <a:r>
              <a:t>Won't hide its own limits: when a worker saturates, the summary says you're measuring the tool and names the fix.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How to run it — different from iperf_orchestrator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972800" cy="1984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printf '%s\n' 10.0.0.10 10.0.0.11 10.0.0.12 &gt; servers.txt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mx gen --servers servers.txt --pps 20000   # 1. build matrix.csv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mx start                                   # 2. deploy + run everywhere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mx status                                  # 3. running? how fast?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mx summarize                               # 4. pps / Gbps / loss / latency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mx stop                                    # 5. stop the agents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mx clean                                   # 6. leave no trace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# or all of it: mx run --for 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55848"/>
            <a:ext cx="10607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Differences from iperf_orchestrator: servers need nothing but Python 3.6+ (no iperf2 to install); config lives in matrix.csv, not flags you re-type; pure-Python single file, stdlib only.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50792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Five more when needed: run, check (will the NICs carry this?), hints (goal → command), logs, doctor.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Every fleet command: --user --jobs --remote-dir --python --dry-run (+ MX_* env vars).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The matrix file — and changing the run mid-stream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972800" cy="1545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# mx matrix v1 -- rows send, columns receive, cells are packets/sec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# tx_size=64 rx_size=512 port=5300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src\dst,10.0.0.10,10.0.0.11,10.0.0.12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10.0.0.10,,20000,20000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10.0.0.11,5000,,max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10.0.0.12,20000,20000,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16936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Everything about the traffic lives here; no command needs the flags again. Host tokens: name[=addr[:port]].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0984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Mid-stream = edit + mx start again (agents redeploy in seconds):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685032"/>
            <a:ext cx="10287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/>
            </a:pPr>
            <a:r>
              <a:t>• blank a cell → that flow is gone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069080"/>
            <a:ext cx="10287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/>
            </a:pPr>
            <a:r>
              <a:t>• change a cell → that pair gets its own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453128"/>
            <a:ext cx="10287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/>
            </a:pPr>
            <a:r>
              <a:t>• write max → that pair runs unpaced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37176"/>
            <a:ext cx="10287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/>
            </a:pPr>
            <a:r>
              <a:t>• edit the header → reshape sizes / 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21224"/>
            <a:ext cx="10607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Non-uniform investigations ("only cross-rack pairs", "one hot pair unpaced") are text edits, not new features.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Getting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mx status --watch 5 — live ticker, one line per host.</a:t>
            </a:r>
          </a:p>
          <a:p>
            <a:pPr>
              <a:defRPr sz="1600"/>
            </a:pPr>
            <a:r>
              <a:t>mx summarize — fleet totals, per-host table (worst delivery first), worst flows, and a computed WHAT TO DO NEXT.</a:t>
            </a:r>
          </a:p>
          <a:p>
            <a:pPr>
              <a:defRPr sz="1600"/>
            </a:pPr>
            <a:r>
              <a:t>mx summarize --grid g — N×N CSVs in the matrix's shape: pps, delivered, loss, rtt_p99. Dark row = sick sender; dark column = sick receiver; dark block = congested pair of leaves.</a:t>
            </a:r>
          </a:p>
          <a:p>
            <a:pPr>
              <a:defRPr sz="1600"/>
            </a:pPr>
            <a:r>
              <a:t>reports/&lt;host&gt;.csv — one row per flow per interval (pps, loss, RTT percentiles, CPU, workers). Plain CSV; plot with anything.</a:t>
            </a:r>
          </a:p>
          <a:p>
            <a:pPr>
              <a:defRPr sz="1600"/>
            </a:pPr>
            <a:r>
              <a:t>mx logs for the agents' own logs. Reports survive mx stop; only mx clean removes them.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Interpreting the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972800" cy="1545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REQUESTS   2.640 Mpps   2.75 Gbps wire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DELIVERED  2.601 Mpps   98.52% of what was sent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REPLIES    2.598 Mpps   2.71 Gbps wire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TARGET     2.640 Mpps   100.0% achieved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LOSS       1.59% round trip (1.48% forward, 0.11% back)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RTT        avg 240us; worst flow p50 190us p99 4.1ms max 31ms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16936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DELIVERED is the honest number — senders can't see their own drops.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0984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Loss split by leg — dropping 64 B requests vs dropping 8 KB replies need different fixes.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85032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RTT is a true round trip — the stamp comes back; no clock sync involved.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106070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Per-host CPU columns: cpu (box) / 1 core (busiest core) / agent (busiest worker as share of one core). agent ≈ 100% ⇒ you're measuring the tool, not the network — add workers (spare cores) or hosts; the summary says so in as many words.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1060704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Performance model: ~200k pps × workers × hosts. Processes, not threads (GIL: 4 threads = 57k pps; 4 processes = 1.09M). One core pegged while the box idles? Workers can't outnumber flows → --streams N gives each pair N sockets (rate split, not multiplied) so workers/RSS/ECMP have tuples to spread: mx start --streams 8 --workers 32.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Finding the limit — and common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mx check --nic-gbps 25 --nic-mpps 15 first — was what you asked for even possible?</a:t>
            </a:r>
          </a:p>
          <a:p>
            <a:pPr>
              <a:defRPr sz="1600"/>
            </a:pPr>
            <a:r>
              <a:t>Ramp: --pps 50000 → run → --pps 100000 → … The last rate that delivers cleanly is the fleet's sustainable all-to-all packet rate.</a:t>
            </a:r>
          </a:p>
          <a:p>
            <a:pPr>
              <a:defRPr sz="1600"/>
            </a:pPr>
            <a:r>
              <a:t>Watch in order: (1) p99 lifting off the p50 — queues filling, usually before loss; (2) DELIVERED falling behind REQUESTS — something's dropping.</a:t>
            </a:r>
          </a:p>
          <a:p>
            <a:pPr>
              <a:defRPr sz="1600"/>
            </a:pPr>
            <a:r>
              <a:t>--pps max = unpaced: finds the ceiling fastest, tells you less about where it is.</a:t>
            </a:r>
          </a:p>
          <a:p>
            <a:pPr>
              <a:defRPr sz="1600"/>
            </a:pPr>
            <a:r>
              <a:t>Common shapes: --tx-size 64 --rx-size 64 --pps max (small-packet torture) · --tx-size 128 --rx-size 8192 (RPC) · --gbps 10 --tx-size 1400 (bandwidth-budget sizing) · mx start --bind eth1 (data-NIC pinning — retargets peers' addresses too, both halves of the two-NIC job).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Ways to run at different scales — getting the best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Small fleet (≤ ~30): full mesh (default gen). Every pair, continuously — the forensic shape. Big box, few peers? add --streams.</a:t>
            </a:r>
          </a:p>
          <a:p>
            <a:pPr>
              <a:defRPr sz="1600"/>
            </a:pPr>
            <a:r>
              <a:t>Large fleet: --peers K — k-regular shuffle: each host talks to exactly K shuffled peers. Equal per-host load by construction (K superimposed permutations), K sockets instead of N−1, seeded + replayable (--seed). --streams S multiplies 4-tuples for ECMP coverage; a host holds K×S sockets.</a:t>
            </a:r>
          </a:p>
          <a:p>
            <a:pPr>
              <a:defRPr sz="1600"/>
            </a:pPr>
            <a:r>
              <a:t>Full pair coverage at huge N: --peers K --dwell T — layered rotation: the N−1 shifts of the shuffle are dealt out K at a time into ⌈(N−1)/K⌉ edge-disjoint layers; agents switch layers on their own wall clock (no control channel). After one cycle every ordered pair measured exactly once; per-host load never changes. 1000 hosts: full coverage every ~6 min on 8 sockets (--dwell 3 --interval 1). --equal-layers for dip-free soaks; COVERAGE section + coverage_grid.csv report progress.</a:t>
            </a:r>
          </a:p>
          <a:p>
            <a:pPr>
              <a:defRPr sz="1600"/>
            </a:pPr>
            <a:r>
              <a:t>Dwell floor: whole multiple of --interval; useful floor ≈ 3× interval.</a:t>
            </a:r>
          </a:p>
          <a:p>
            <a:pPr>
              <a:defRPr sz="1600"/>
            </a:pPr>
            <a:r>
              <a:t>Don't want to remember this? mx hints --servers s.txt --pps-per-host N does the arithmetic and prints the command.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Stopping and cleaning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Everything on a server lives in one directory (/var/tmp/mx; --remote-dir to change): agent, matrix, log, report. No package, no sysctl, no unit file.</a:t>
            </a:r>
          </a:p>
          <a:p>
            <a:pPr>
              <a:defRPr sz="1600"/>
            </a:pPr>
            <a:r>
              <a:t>mx stop — agents halt; reports and logs stay for later collection.</a:t>
            </a:r>
          </a:p>
          <a:p>
            <a:pPr>
              <a:defRPr sz="1600"/>
            </a:pPr>
            <a:r>
              <a:t>Take mx logs and mx summarize first — then mx clean.</a:t>
            </a:r>
          </a:p>
          <a:p>
            <a:pPr>
              <a:defRPr sz="1600"/>
            </a:pPr>
            <a:r>
              <a:t>mx clean refuses to report success unless the directory is verifiably gone and no agent still runs.</a:t>
            </a:r>
          </a:p>
          <a:p>
            <a:pPr>
              <a:defRPr sz="1600"/>
            </a:pPr>
            <a:r>
              <a:t>Agents flush the current interval on SIGTERM — stopping doesn't discard the last seconds of data.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 — netmesh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What it is, and how it fits the grouping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One of binnacle's eight diagnostic tools (pip install binnacle); its question: "is it the network, and which link is sick?"</a:t>
            </a:r>
          </a:p>
          <a:p>
            <a:pPr>
              <a:defRPr sz="1600"/>
            </a:pPr>
            <a:r>
              <a:t>Measures RTT, jitter, loss and path MTU between machines when nothing else is running — the idle baseline.</a:t>
            </a:r>
          </a:p>
          <a:p>
            <a:pPr>
              <a:defRPr sz="1600"/>
            </a:pPr>
            <a:r>
              <a:t>The gap it fills: iperf_orchestrator = bandwidth under load; mx = pps under load. Neither says what the network does idle — and that's the baseline both numbers must be read against.</a:t>
            </a:r>
          </a:p>
          <a:p>
            <a:pPr>
              <a:defRPr sz="1600"/>
            </a:pPr>
            <a:r>
              <a:t>Deliberately the cheapest of the three: ~10 small packets/s per pair — safe on production during an incident.</a:t>
            </a:r>
          </a:p>
          <a:p>
            <a:pPr>
              <a:defRPr sz="1600"/>
            </a:pPr>
            <a:r>
              <a:t>Two hosts and one line is the design centre; mesh files, grids and layered scale-up exist but a two-box user never sees them.</a:t>
            </a:r>
          </a:p>
          <a:p>
            <a:pPr>
              <a:defRPr sz="1600"/>
            </a:pPr>
            <a:r>
              <a:t>Why run it: before blaming the network in an incident; before commissioning load tests; as a recurring health probe; and around a load test (--baseline) to see what the load does to latency.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How it probes (why not ping)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UDP echoes between temporary agents — the only approach giving all four:</a:t>
            </a:r>
          </a:p>
          <a:p>
            <a:pPr lvl="1">
              <a:defRPr sz="1400"/>
            </a:pPr>
            <a:r>
              <a:t>No root — ordinary unprivileged UDP sockets both ends.</a:t>
            </a:r>
          </a:p>
          <a:p>
            <a:pPr lvl="1">
              <a:defRPr sz="1400"/>
            </a:pPr>
            <a:r>
              <a:t>Exact RTT, one clock — sender's own monotonic stamp echoed back untouched; no NTP assumptions.</a:t>
            </a:r>
          </a:p>
          <a:p>
            <a:pPr lvl="1">
              <a:defRPr sz="1400"/>
            </a:pPr>
            <a:r>
              <a:t>Loss split into forward/return legs — the responder independently counts what arrived. Not available from ping.</a:t>
            </a:r>
          </a:p>
          <a:p>
            <a:pPr lvl="1">
              <a:defRPr sz="1400"/>
            </a:pPr>
            <a:r>
              <a:t>Measures the data plane — ICMP is answered by router control planes (rate-limited, deprioritized), so it systematically lies about what application traffic sees.</a:t>
            </a:r>
          </a:p>
          <a:p>
            <a:pPr>
              <a:defRPr sz="1600"/>
            </a:pPr>
            <a:r>
              <a:t>One-way delay deliberately not reported — without PTP the clock offset would swamp the microseconds that matter. Instead: two separate round trips (A→B timed by A, B→A timed by B), compared — every number quoted is one that is actually true.</a:t>
            </a:r>
          </a:p>
          <a:p>
            <a:pPr>
              <a:defRPr sz="1600"/>
            </a:pPr>
            <a:r>
              <a:t>Can't deploy an agent (VIP, router, appliance)? Prefix with ~ → probed with ping, but segregated as ONE-SIDED in the report because those rows carry materially less.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How to run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972800" cy="176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netmesh selftest                        # prove it works here first (loopback, no ssh)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netmesh check web01 db01                # one-shot: gen, deploy, probe, summarize, clean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netmesh check web01 db01 --for 60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netmesh gen --servers prod.txt          # mesh file for repeat runs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netmesh run --for 300 --grid grids/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netmesh check web03 db01 --flows 8      # sweep source ports across a LAG/ECMP bundle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netmesh run --baseline 20 -- ./iperf_orchestrator.sh all   # idle first, then probe under 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36392"/>
            <a:ext cx="10607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Same verb set as mx (gen/start/status/summarize/stop/clean + run/collect/logs/paths/doctor); the mesh file shares mx's matrix grammar — learn one, know the other.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31336"/>
            <a:ext cx="1060704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--flows N matters: one source port = one 5-tuple = one path through a LAG/ECMP bundle — a sick member is hit or missed by luck (the fault that never reproduces). N buckets split the rate (never multiply it) and are compared against the median bucket: "port 40008 sees p50 4.1 ms where the median flow sees 142 µs — same pair, same instant, so what differs is the bundle member."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48072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IPv6: refused by netmesh (the rest of binnacle's list grammar supports it).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Getting reports &amp; interpreting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reports/&lt;host&gt;.csv — tidy long format, one row per peer per direction per interval. Blank means "not measured", never zero. --grid DIR writes rtt_p50/rtt_p99/jitter/loss/mtu/asym grids matching mx's layout.</a:t>
            </a:r>
          </a:p>
          <a:p>
            <a:pPr>
              <a:defRPr sz="1600"/>
            </a:pPr>
            <a:r>
              <a:t>Headline = median of pair p50s (one sick pair can't move it or hide inside it); worst pairs ranked by p99.</a:t>
            </a:r>
          </a:p>
          <a:p>
            <a:pPr>
              <a:defRPr sz="1600"/>
            </a:pPr>
            <a:r>
              <a:t>ASYMMETRY — A→B 8× slower than B→A ⇒ look at A's egress; the return path just proved itself fine. Diagnosis is computed, not canned: slow pairs sharing a source → that host's egress; sharing a destination → its ingress; spanning a group boundary → the path between.</a:t>
            </a:r>
          </a:p>
          <a:p>
            <a:pPr>
              <a:defRPr sz="1600"/>
            </a:pPr>
            <a:r>
              <a:t>PATH MTU — four outcomes: confirmed / blackhole (small packets echo, large vanish, no error returns — "small requests work, large transfers hang") / cached / unsupported. Found without root; only an end-to-end echo counts.</a:t>
            </a:r>
          </a:p>
          <a:p>
            <a:pPr>
              <a:defRPr sz="1600"/>
            </a:pPr>
            <a:r>
              <a:t>PATH SPREAD (--flows) — one bucket 28.9× the median = a sick LAG/ECMP member, named while the run is fresh.</a:t>
            </a:r>
          </a:p>
          <a:p>
            <a:pPr>
              <a:defRPr sz="1600"/>
            </a:pPr>
            <a:r>
              <a:t>UNDER LOAD (--baseline) — p99 210 µs idle → 42 ms loaded: the queue in front of the bottleneck; what everything sharing the path paid for the throughput number. Loss appearing only under load gets its own finding.</a:t>
            </a:r>
          </a:p>
          <a:p>
            <a:pPr>
              <a:defRPr sz="1600"/>
            </a:pPr>
            <a:r>
              <a:t>Measurement honesty: flags when a NIC's rx-usecs coalescing timer is the floor you measured (with the ethtool line); agent_cpu_pct ≈ 100 ⇒ you're measuring the tool.</a:t>
            </a:r>
          </a:p>
          <a:p>
            <a:pPr>
              <a:defRPr sz="1600"/>
            </a:pPr>
            <a:r>
              <a:t>A clean run says so plainly — "the network is not your problem" — and points at mx / iperf_orchestrator for the load question.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Stopping, cleaning up, following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 sz="1600"/>
            </a:pPr>
            <a:r>
              <a:t>check cleans up after itself — the two-host case never leaves anything behind. Managed runs: stop keeps reports; clean stops and removes every trace. No package, no daemon, no dotdir, no sysctl — ever. Agents flush on SIGTERM.</a:t>
            </a:r>
          </a:p>
          <a:p>
            <a:pPr>
              <a:defRPr sz="1600"/>
            </a:pPr>
            <a:r>
              <a:t>Reports replay: summarize --reports ./reports, even re-split around a load window after the fact (--load-split &lt;ts&gt;).</a:t>
            </a:r>
          </a:p>
          <a:p>
            <a:pPr>
              <a:defRPr sz="1600"/>
            </a:pPr>
            <a:r>
              <a:t>Following up on findings:</a:t>
            </a:r>
          </a:p>
          <a:p>
            <a:pPr lvl="1">
              <a:defRPr sz="1400"/>
            </a:pPr>
            <a:r>
              <a:t>Sick pair → netmesh paths --compare web03:db01 web01:db01 — hop lists side by side, first divergent hop marked. That hop is where to look.</a:t>
            </a:r>
          </a:p>
          <a:p>
            <a:pPr lvl="1">
              <a:defRPr sz="1400"/>
            </a:pPr>
            <a:r>
              <a:t>Grids drop into the same spreadsheet as mx's — line up idle RTT against loaded loss, pair by pair.</a:t>
            </a:r>
          </a:p>
          <a:p>
            <a:pPr lvl="1">
              <a:defRPr sz="1400"/>
            </a:pPr>
            <a:r>
              <a:t>Clean baseline → the network isn't the problem: go load it (mx run --for 60, iperf-orchestrator all).</a:t>
            </a:r>
          </a:p>
          <a:p>
            <a:pPr lvl="1">
              <a:defRPr sz="1400"/>
            </a:pPr>
            <a:r>
              <a:t>Host still slow → binnacle's why-slow checks the box before you blame the network again.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solidFill>
                  <a:srgbClr val="1C2B3A"/>
                </a:solidFill>
              </a:defRPr>
            </a:pPr>
            <a: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97280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reachable prod.txt -i                       # prune -- the run survives the dead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netmesh check ...                           # idle baseline: is the fabric healthy?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iperf-orchestrator --servers prod.txt all   # TCP bandwidth: what breaks under load?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mx run --for 300                            # answered packets/sec: the RPC ceiling</a:t>
            </a:r>
          </a:p>
          <a:p>
            <a:pPr>
              <a:defRPr sz="1300">
                <a:solidFill>
                  <a:srgbClr val="24354A"/>
                </a:solidFill>
                <a:latin typeface="Consolas"/>
              </a:defRPr>
            </a:pPr>
            <a:r>
              <a:t>netmesh run --baseline 20 -- &lt;load&gt;         # what the load did to latency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Baseline before load — a throughput number without its idle RTT is half a result.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81528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Trust what arrived, not what was sent — and watch the CPU, or you're measuring the tool.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65576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Keep the list real — reachable is why the whole pipeline still runs when servers are 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49624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All pip-installable: iperf-orchestrator, matrix-orchestrator, binnacle.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